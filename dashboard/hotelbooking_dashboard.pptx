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C83A74-662D-98F9-0446-2EE70920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038"/>
            <a:ext cx="12192000" cy="5071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230B2-1BDF-A8DF-4315-593CA15A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2"/>
          <a:stretch>
            <a:fillRect/>
          </a:stretch>
        </p:blipFill>
        <p:spPr>
          <a:xfrm>
            <a:off x="0" y="990600"/>
            <a:ext cx="12192000" cy="509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9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F30D00-1293-27EB-4046-60A97823A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191"/>
            <a:ext cx="12192000" cy="503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8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D47FF-197C-BADF-551A-4077AE18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17EA5C-4C5B-7999-24AE-325A71FE2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721"/>
            <a:ext cx="12192000" cy="502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7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A6C88-8E88-5D4D-C3AD-B4FB5726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02AA9E-53E6-3698-0585-6ECCA9432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4381"/>
            <a:ext cx="12192000" cy="506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99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C53F2-AF82-7893-892F-6152CC65D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F21EC3-3364-E642-926C-E36EB55F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81"/>
          <a:stretch>
            <a:fillRect/>
          </a:stretch>
        </p:blipFill>
        <p:spPr>
          <a:xfrm>
            <a:off x="0" y="990599"/>
            <a:ext cx="12192000" cy="507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45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777C0-6734-02CB-C4FD-107B6A23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4FF6EB-7864-4883-7182-E116BC61B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293"/>
            <a:ext cx="12192000" cy="504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11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8944-2DF2-5D5E-3E8F-F3E8C8C9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11C69E-DAA6-65EB-62C7-E9EF7EE4E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7063"/>
            <a:ext cx="12192000" cy="506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6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D8758-AF09-70F8-0414-E9B31FCA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4F3960-4A9D-C57B-5E60-13021CAF2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272"/>
            <a:ext cx="12192000" cy="514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8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4A8D8-9388-9924-FA86-FFDAB0EF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9F9084-58F2-CB46-DE6F-3D24E2A98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6838"/>
            <a:ext cx="12192000" cy="500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1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A1BC-D983-C4E9-0862-5E0C9169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143E43-7981-9ACE-2E83-AE825FA39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869"/>
            <a:ext cx="12192000" cy="507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377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D3CD99-AC60-A82F-6BD4-599DBBDE8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5516"/>
            <a:ext cx="12192000" cy="500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81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6869D-4AA0-F253-6C93-16B0FB5E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CAD12E-7DE6-2A90-3FBC-40AC20F76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464"/>
            <a:ext cx="12192000" cy="511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794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B461-A6A0-DB66-8268-32D01C3E6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460592-6498-B555-6B7A-5E909658E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2730"/>
            <a:ext cx="12192000" cy="505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324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FBEF0-1868-A0F2-D49C-17215D96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35A31A-6F7B-4728-3186-F10220973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076"/>
            <a:ext cx="12192000" cy="50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256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DataMicron</cp:lastModifiedBy>
  <cp:revision>7</cp:revision>
  <dcterms:created xsi:type="dcterms:W3CDTF">2026-06-25T16:22:15Z</dcterms:created>
  <dcterms:modified xsi:type="dcterms:W3CDTF">2026-06-26T01:36:40Z</dcterms:modified>
</cp:coreProperties>
</file>